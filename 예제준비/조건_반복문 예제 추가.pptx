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58" r:id="rId4"/>
    <p:sldId id="257" r:id="rId5"/>
    <p:sldId id="256" r:id="rId6"/>
    <p:sldId id="261" r:id="rId7"/>
    <p:sldId id="265" r:id="rId8"/>
    <p:sldId id="263" r:id="rId9"/>
    <p:sldId id="264" r:id="rId10"/>
    <p:sldId id="262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3" d="100"/>
          <a:sy n="53" d="100"/>
        </p:scale>
        <p:origin x="58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503A64-22F9-6275-0344-87B0E2849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4EAA5A6-DBA3-8AF1-2496-51FD34A6D7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E6A470-1005-FD87-7A12-00273042D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72EBB-AEEF-412C-9517-942319F6AB9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92059E4-618E-CE34-B133-D1ABEACBF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0DC139-612E-AA3C-9057-6CC23A1D6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8F96-2CC4-452F-A95E-4F675B78D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3044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BBAFDC-2698-0C09-2B76-2C50240A4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39FC86-C7DD-31D8-68A7-080F510E65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D14B46-7E81-95FE-6352-1D6CF6739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72EBB-AEEF-412C-9517-942319F6AB9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CB8486-8A23-534D-213E-CD285FBCB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BCDDDC-523B-1323-6E81-8ADED8D43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8F96-2CC4-452F-A95E-4F675B78D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8511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0F43DC-D74A-D239-9373-D092E3641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A62C5F3-F8E2-8DCF-E724-4CB4027AD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599E40-DC40-C413-D686-B52297BE5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72EBB-AEEF-412C-9517-942319F6AB9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0C6814B-D465-58C1-7CCC-93413C00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3E150A-5FF0-AD02-FEE3-487DF93E0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8F96-2CC4-452F-A95E-4F675B78D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2501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49741F-4CD1-AE45-DCC9-BA54595B2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778CCD-44E2-6BA1-3DEA-7F2C468C11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7675C5-4D2D-280F-611B-8FD4825F6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F98956-EBC9-A011-D8EF-AA30A5CD0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72EBB-AEEF-412C-9517-942319F6AB9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56BE05-C2E5-174D-AF38-34E81D5F2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F581B6-9225-5CE2-FC67-29CAC2743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8F96-2CC4-452F-A95E-4F675B78D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248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69C8C0-D73F-302B-78A7-EFE7128AE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AC8A2D0-BF4D-085A-44B7-AE24287B2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D6B85A0-1C9D-5CFA-E3F8-92E1725530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B33518-EBA7-95DD-95FD-50E9FB1761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9318CBA-1F09-49C1-2450-601A1C8CC6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614EF9F-5D90-BB82-5739-EBE5C1E4A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72EBB-AEEF-412C-9517-942319F6AB9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172BE5D-08AA-3472-B09B-E1224698B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4BBE942-D057-45C2-3C7F-39BF4F292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8F96-2CC4-452F-A95E-4F675B78D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190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83D06A-E639-8CF0-86E6-A8587A10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F89261-BA03-6047-9548-7C653ACF4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72EBB-AEEF-412C-9517-942319F6AB9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EE553EE-6461-46D6-57C1-2C88CFAF4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EA331BD-4480-B018-9D91-F12ADB156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8F96-2CC4-452F-A95E-4F675B78D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528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04AEBBE-9319-DC34-D3F4-D4F2440D3E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72EBB-AEEF-412C-9517-942319F6AB9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0BBA88C-7A28-6891-77FD-F14CB3E12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576E8E-52D1-4BC5-0000-C56CF4B9A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8F96-2CC4-452F-A95E-4F675B78D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66657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FF427E-13E2-E9D4-648E-6022B8F78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4750E6-D892-AF0A-A678-B86B379537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19B9966-A832-E356-A2A4-840B61D9F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20C2099-746F-9B70-E7F0-7DDF566AA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72EBB-AEEF-412C-9517-942319F6AB9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E799D5-7FC6-69BC-9447-E953388CA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6A8DE7-DA9E-5C29-DCA3-E7F3A8DE8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8F96-2CC4-452F-A95E-4F675B78D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908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AE5298-CBAC-E14F-526D-3FE1E4B5A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4E1ED9-7FD6-5C33-F827-9AD07243E8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313550-351F-E2E5-F1AA-7D1B0280BF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46400C-1392-CC5A-F34E-F02FE5B50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72EBB-AEEF-412C-9517-942319F6AB9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F64B0F5-6A8A-3295-18FC-6E4966187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FDD5A7D-573C-D577-F4FB-17580B9EA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8F96-2CC4-452F-A95E-4F675B78D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653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76C7C8-D81D-F112-6E99-61B0505C8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E774731-4729-0642-814B-814A76145C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727272-94CC-E63D-E4CC-28ECC1758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72EBB-AEEF-412C-9517-942319F6AB9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887C34-7594-DC05-4BCC-4BEE5E7E6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59D2C1-9E1D-1BC2-5D3B-648712FD1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8F96-2CC4-452F-A95E-4F675B78D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8884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E7AC37-70D0-DD84-020F-3502D5E581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44A5C31-A56E-39F1-421C-5D0909590A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2921AB-0B4E-45DD-718B-2776F5376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72EBB-AEEF-412C-9517-942319F6AB9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4D3988-FA92-2DAC-B51D-B5B2F9C53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54B5CC-EBA3-17DD-B094-EEAFD7D22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168F96-2CC4-452F-A95E-4F675B78D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7216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623196C-C368-A1F4-0888-473F2BE7A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4BFDF7-E644-FD43-A119-61486414E9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F53B38A-D1FA-EFDC-D0AF-BE7F5191AF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072EBB-AEEF-412C-9517-942319F6AB92}" type="datetimeFigureOut">
              <a:rPr lang="ko-KR" altLang="en-US" smtClean="0"/>
              <a:t>2026-01-29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955A7CF-071A-1022-BFFD-8721D69F6D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A5096D-83A9-83FC-C94D-5A84408635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168F96-2CC4-452F-A95E-4F675B78D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331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2B5EE5-B20D-BC44-88A9-B3911B1170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085" y="64996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1500" dirty="0"/>
              <a:t>문제 설명</a:t>
            </a:r>
            <a:endParaRPr lang="en-US" altLang="ko-KR" sz="1500" dirty="0"/>
          </a:p>
          <a:p>
            <a:pPr marL="0" indent="0">
              <a:buNone/>
            </a:pPr>
            <a:r>
              <a:rPr lang="ko-KR" altLang="en-US" sz="1500" dirty="0"/>
              <a:t>게임 캐릭터는 전투 후 체력을 회복하려고 합니다</a:t>
            </a:r>
            <a:r>
              <a:rPr lang="en-US" altLang="ko-KR" sz="1500" dirty="0"/>
              <a:t>.</a:t>
            </a:r>
          </a:p>
          <a:p>
            <a:pPr marL="0" indent="0">
              <a:buNone/>
            </a:pPr>
            <a:r>
              <a:rPr lang="ko-KR" altLang="en-US" sz="1500" dirty="0"/>
              <a:t>현재 체력 </a:t>
            </a:r>
            <a:r>
              <a:rPr lang="en-US" altLang="ko-KR" sz="1500" dirty="0"/>
              <a:t>/ </a:t>
            </a:r>
            <a:r>
              <a:rPr lang="ko-KR" altLang="en-US" sz="1500" dirty="0" err="1"/>
              <a:t>포션</a:t>
            </a:r>
            <a:r>
              <a:rPr lang="ko-KR" altLang="en-US" sz="1500" dirty="0"/>
              <a:t> 개수 </a:t>
            </a:r>
            <a:r>
              <a:rPr lang="en-US" altLang="ko-KR" sz="1500" dirty="0"/>
              <a:t>/ </a:t>
            </a:r>
            <a:r>
              <a:rPr lang="ko-KR" altLang="en-US" sz="1500" dirty="0"/>
              <a:t>휴식 여부를 </a:t>
            </a:r>
            <a:r>
              <a:rPr lang="ko-KR" altLang="en-US" sz="1500" dirty="0" err="1"/>
              <a:t>입력받습니다</a:t>
            </a:r>
            <a:r>
              <a:rPr lang="en-US" altLang="ko-KR" sz="1500" dirty="0"/>
              <a:t>.</a:t>
            </a:r>
          </a:p>
          <a:p>
            <a:pPr marL="0" indent="0">
              <a:buNone/>
            </a:pPr>
            <a:r>
              <a:rPr lang="ko-KR" altLang="en-US" sz="1500" dirty="0" err="1"/>
              <a:t>포션</a:t>
            </a:r>
            <a:r>
              <a:rPr lang="ko-KR" altLang="en-US" sz="1500" dirty="0"/>
              <a:t> </a:t>
            </a:r>
            <a:r>
              <a:rPr lang="en-US" altLang="ko-KR" sz="1500" dirty="0"/>
              <a:t>1</a:t>
            </a:r>
            <a:r>
              <a:rPr lang="ko-KR" altLang="en-US" sz="1500" dirty="0"/>
              <a:t>개는 체력 </a:t>
            </a:r>
            <a:r>
              <a:rPr lang="en-US" altLang="ko-KR" sz="1500" dirty="0"/>
              <a:t>12</a:t>
            </a:r>
            <a:r>
              <a:rPr lang="ko-KR" altLang="en-US" sz="1500" dirty="0"/>
              <a:t>를 회복하고</a:t>
            </a:r>
            <a:r>
              <a:rPr lang="en-US" altLang="ko-KR" sz="1500" dirty="0"/>
              <a:t>, </a:t>
            </a:r>
            <a:r>
              <a:rPr lang="ko-KR" altLang="en-US" sz="1500" dirty="0"/>
              <a:t>휴식을 선택하면 추가로 </a:t>
            </a:r>
            <a:r>
              <a:rPr lang="en-US" altLang="ko-KR" sz="1500" dirty="0"/>
              <a:t>8 </a:t>
            </a:r>
            <a:r>
              <a:rPr lang="ko-KR" altLang="en-US" sz="1500" dirty="0"/>
              <a:t>회복합니다</a:t>
            </a:r>
            <a:r>
              <a:rPr lang="en-US" altLang="ko-KR" sz="1500" dirty="0"/>
              <a:t>.</a:t>
            </a:r>
          </a:p>
          <a:p>
            <a:pPr marL="0" indent="0">
              <a:buNone/>
            </a:pPr>
            <a:r>
              <a:rPr lang="ko-KR" altLang="en-US" sz="1500" dirty="0"/>
              <a:t>단</a:t>
            </a:r>
            <a:r>
              <a:rPr lang="en-US" altLang="ko-KR" sz="1500" dirty="0"/>
              <a:t>, </a:t>
            </a:r>
            <a:r>
              <a:rPr lang="ko-KR" altLang="en-US" sz="1500" dirty="0"/>
              <a:t>최대 </a:t>
            </a:r>
            <a:r>
              <a:rPr lang="en-US" altLang="ko-KR" sz="1500" dirty="0"/>
              <a:t>100</a:t>
            </a:r>
            <a:r>
              <a:rPr lang="ko-KR" altLang="en-US" sz="1500" dirty="0"/>
              <a:t>을 넘을 수 없습니다</a:t>
            </a:r>
            <a:r>
              <a:rPr lang="en-US" altLang="ko-KR" sz="1500" dirty="0"/>
              <a:t>.</a:t>
            </a:r>
          </a:p>
          <a:p>
            <a:pPr marL="0" indent="0">
              <a:buNone/>
            </a:pPr>
            <a:r>
              <a:rPr lang="ko-KR" altLang="en-US" sz="1500" dirty="0"/>
              <a:t>최종 체력에 따라 상태를 출력하세요</a:t>
            </a:r>
            <a:endParaRPr lang="en-US" altLang="ko-KR" sz="1500" dirty="0"/>
          </a:p>
          <a:p>
            <a:pPr marL="0" indent="0">
              <a:buNone/>
            </a:pP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AFFB3481-56BB-B34F-DED4-FB9BBB6ADF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6535009"/>
              </p:ext>
            </p:extLst>
          </p:nvPr>
        </p:nvGraphicFramePr>
        <p:xfrm>
          <a:off x="722085" y="2825637"/>
          <a:ext cx="10747830" cy="3560650"/>
        </p:xfrm>
        <a:graphic>
          <a:graphicData uri="http://schemas.openxmlformats.org/drawingml/2006/table">
            <a:tbl>
              <a:tblPr/>
              <a:tblGrid>
                <a:gridCol w="5373915">
                  <a:extLst>
                    <a:ext uri="{9D8B030D-6E8A-4147-A177-3AD203B41FA5}">
                      <a16:colId xmlns:a16="http://schemas.microsoft.com/office/drawing/2014/main" val="1721045011"/>
                    </a:ext>
                  </a:extLst>
                </a:gridCol>
                <a:gridCol w="5373915">
                  <a:extLst>
                    <a:ext uri="{9D8B030D-6E8A-4147-A177-3AD203B41FA5}">
                      <a16:colId xmlns:a16="http://schemas.microsoft.com/office/drawing/2014/main" val="266809664"/>
                    </a:ext>
                  </a:extLst>
                </a:gridCol>
              </a:tblGrid>
              <a:tr h="7121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최종 체력 범위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/>
                        <a:t>출력 문장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8988891"/>
                  </a:ext>
                </a:extLst>
              </a:tr>
              <a:tr h="7121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 dirty="0"/>
                        <a:t>90 </a:t>
                      </a:r>
                      <a:r>
                        <a:rPr lang="ko-KR" altLang="en-US" dirty="0"/>
                        <a:t>이상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>
                          <a:latin typeface="Courier New" panose="02070309020205020404" pitchFamily="49" charset="0"/>
                        </a:rPr>
                        <a:t>최상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3036212"/>
                  </a:ext>
                </a:extLst>
              </a:tr>
              <a:tr h="7121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60 </a:t>
                      </a:r>
                      <a:r>
                        <a:rPr lang="ko-KR" altLang="en-US"/>
                        <a:t>이상 </a:t>
                      </a:r>
                      <a:r>
                        <a:rPr lang="en-US" altLang="ko-KR"/>
                        <a:t>~ 90 </a:t>
                      </a:r>
                      <a:r>
                        <a:rPr lang="ko-KR" altLang="en-US"/>
                        <a:t>미만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latin typeface="Courier New" panose="02070309020205020404" pitchFamily="49" charset="0"/>
                        </a:rPr>
                        <a:t>양호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7084707"/>
                  </a:ext>
                </a:extLst>
              </a:tr>
              <a:tr h="7121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30 </a:t>
                      </a:r>
                      <a:r>
                        <a:rPr lang="ko-KR" altLang="en-US"/>
                        <a:t>이상 </a:t>
                      </a:r>
                      <a:r>
                        <a:rPr lang="en-US" altLang="ko-KR"/>
                        <a:t>~ 60 </a:t>
                      </a:r>
                      <a:r>
                        <a:rPr lang="ko-KR" altLang="en-US"/>
                        <a:t>미만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>
                          <a:latin typeface="Courier New" panose="02070309020205020404" pitchFamily="49" charset="0"/>
                        </a:rPr>
                        <a:t>주의</a:t>
                      </a:r>
                      <a:endParaRPr lang="ko-KR" alt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3026816"/>
                  </a:ext>
                </a:extLst>
              </a:tr>
              <a:tr h="7121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altLang="ko-KR"/>
                        <a:t>30 </a:t>
                      </a:r>
                      <a:r>
                        <a:rPr lang="ko-KR" altLang="en-US"/>
                        <a:t>미만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dirty="0">
                          <a:latin typeface="Courier New" panose="02070309020205020404" pitchFamily="49" charset="0"/>
                        </a:rPr>
                        <a:t>위험</a:t>
                      </a:r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2291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2153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C2512AE-FA0C-F589-E64A-A7068C56C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738527"/>
            <a:ext cx="10515600" cy="2585244"/>
          </a:xfrm>
        </p:spPr>
        <p:txBody>
          <a:bodyPr/>
          <a:lstStyle/>
          <a:p>
            <a:pPr marL="0" indent="0">
              <a:buNone/>
            </a:pPr>
            <a:r>
              <a:rPr lang="en-US" altLang="ko-KR" sz="1500" dirty="0"/>
              <a:t>A</a:t>
            </a:r>
            <a:r>
              <a:rPr lang="ko-KR" altLang="en-US" sz="1500" dirty="0"/>
              <a:t>는 비행기 티켓을 결재하려고 합니다</a:t>
            </a:r>
            <a:r>
              <a:rPr lang="en-US" altLang="ko-KR" sz="1500" dirty="0"/>
              <a:t>.</a:t>
            </a:r>
          </a:p>
          <a:p>
            <a:pPr marL="0" indent="0">
              <a:buNone/>
            </a:pPr>
            <a:r>
              <a:rPr lang="ko-KR" altLang="en-US" sz="1500" dirty="0"/>
              <a:t>회원등급과 가진 금액을 입력합니다</a:t>
            </a:r>
            <a:r>
              <a:rPr lang="en-US" altLang="ko-KR" sz="1500" dirty="0"/>
              <a:t>.</a:t>
            </a:r>
          </a:p>
          <a:p>
            <a:pPr marL="0" indent="0">
              <a:buNone/>
            </a:pPr>
            <a:r>
              <a:rPr lang="ko-KR" altLang="en-US" sz="1500" dirty="0"/>
              <a:t>회원 등급에 따라 사용할 수 있는 마일리지 비율이 다릅니다</a:t>
            </a:r>
            <a:r>
              <a:rPr lang="en-US" altLang="ko-KR" sz="1500" dirty="0"/>
              <a:t>.</a:t>
            </a:r>
          </a:p>
          <a:p>
            <a:pPr marL="0" indent="0">
              <a:buNone/>
            </a:pPr>
            <a:r>
              <a:rPr lang="en-US" altLang="ko-KR" sz="1500" dirty="0"/>
              <a:t>A</a:t>
            </a:r>
            <a:r>
              <a:rPr lang="ko-KR" altLang="en-US" sz="1500" dirty="0"/>
              <a:t>는 가진 금액에 마일리지 효과를 사용 가능하며</a:t>
            </a:r>
            <a:r>
              <a:rPr lang="en-US" altLang="ko-KR" sz="1500" dirty="0"/>
              <a:t>, </a:t>
            </a:r>
            <a:r>
              <a:rPr lang="ko-KR" altLang="en-US" sz="1500" dirty="0"/>
              <a:t>마일리지 효과를 통해 계산된 금액으로 최종 결제가 가능합니다</a:t>
            </a:r>
            <a:r>
              <a:rPr lang="en-US" altLang="ko-KR" sz="1500" dirty="0"/>
              <a:t>.</a:t>
            </a:r>
          </a:p>
          <a:p>
            <a:pPr marL="0" indent="0">
              <a:buNone/>
            </a:pPr>
            <a:endParaRPr lang="en-US" altLang="ko-KR" sz="1500" dirty="0"/>
          </a:p>
          <a:p>
            <a:pPr marL="0" indent="0">
              <a:buNone/>
            </a:pPr>
            <a:r>
              <a:rPr lang="ko-KR" altLang="en-US" sz="1500" dirty="0"/>
              <a:t>금액으로 구매할 수 있는 가장 높은 등급을 출력하세요</a:t>
            </a:r>
            <a:endParaRPr lang="en-US" altLang="ko-KR" sz="1500" dirty="0"/>
          </a:p>
          <a:p>
            <a:pPr marL="0" indent="0">
              <a:buNone/>
            </a:pPr>
            <a:r>
              <a:rPr lang="ko-KR" altLang="en-US" sz="1500" dirty="0"/>
              <a:t>만약 </a:t>
            </a:r>
            <a:r>
              <a:rPr lang="en-US" altLang="ko-KR" sz="1500" dirty="0"/>
              <a:t>ECONOMY</a:t>
            </a:r>
            <a:r>
              <a:rPr lang="ko-KR" altLang="en-US" sz="1500" dirty="0"/>
              <a:t>도 구매할 수 없다면</a:t>
            </a:r>
            <a:r>
              <a:rPr lang="en-US" altLang="ko-KR" sz="1500" dirty="0"/>
              <a:t>, </a:t>
            </a:r>
            <a:r>
              <a:rPr lang="ko-KR" altLang="en-US" sz="1500" dirty="0"/>
              <a:t>구매불가를 출력하세요</a:t>
            </a:r>
            <a:endParaRPr lang="en-US" altLang="ko-KR" sz="1500" dirty="0"/>
          </a:p>
          <a:p>
            <a:pPr marL="0" indent="0">
              <a:buNone/>
            </a:pPr>
            <a:endParaRPr lang="ko-KR" altLang="en-US" dirty="0"/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591E669-D938-3F12-45F7-0E3E8933A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974160"/>
              </p:ext>
            </p:extLst>
          </p:nvPr>
        </p:nvGraphicFramePr>
        <p:xfrm>
          <a:off x="736600" y="3534229"/>
          <a:ext cx="10515600" cy="2585244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342836285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129455164"/>
                    </a:ext>
                  </a:extLst>
                </a:gridCol>
              </a:tblGrid>
              <a:tr h="646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/>
                        <a:t>좌석 등급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ko-KR" altLang="en-US"/>
                        <a:t>가격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5599059"/>
                  </a:ext>
                </a:extLst>
              </a:tr>
              <a:tr h="646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ECONOMY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/>
                        <a:t>120000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933667"/>
                  </a:ext>
                </a:extLst>
              </a:tr>
              <a:tr h="646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BUSINESS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dirty="0"/>
                        <a:t>200000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0142685"/>
                  </a:ext>
                </a:extLst>
              </a:tr>
              <a:tr h="6463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latin typeface="Courier New" panose="02070309020205020404" pitchFamily="49" charset="0"/>
                        </a:rPr>
                        <a:t>FIRST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ko-KR" dirty="0"/>
                        <a:t>300000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131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1527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EA8DF8-0485-D534-E3A5-63DF408CD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2540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500" dirty="0"/>
              <a:t>문제 설명</a:t>
            </a:r>
            <a:endParaRPr lang="en-US" altLang="ko-KR" sz="1500" dirty="0"/>
          </a:p>
          <a:p>
            <a:pPr marL="0" indent="0">
              <a:buNone/>
            </a:pPr>
            <a:r>
              <a:rPr lang="en-US" altLang="ko-KR" sz="1500" dirty="0"/>
              <a:t>A</a:t>
            </a:r>
            <a:r>
              <a:rPr lang="ko-KR" altLang="en-US" sz="1500" dirty="0"/>
              <a:t>는 택배를 보내려고 합니다</a:t>
            </a:r>
            <a:r>
              <a:rPr lang="en-US" altLang="ko-KR" sz="1500" dirty="0"/>
              <a:t>. </a:t>
            </a:r>
            <a:r>
              <a:rPr lang="ko-KR" altLang="en-US" sz="1500" dirty="0"/>
              <a:t>택배 무게와 회원여부에 따라 최종 배송비가 달라집니다</a:t>
            </a:r>
            <a:r>
              <a:rPr lang="en-US" altLang="ko-KR" sz="1500" dirty="0"/>
              <a:t>. </a:t>
            </a:r>
            <a:r>
              <a:rPr lang="ko-KR" altLang="en-US" sz="1500" dirty="0"/>
              <a:t>아래의 규칙에 따라 최종 배송비를 출력하세요</a:t>
            </a:r>
            <a:endParaRPr lang="en-US" altLang="ko-KR" sz="1500" dirty="0"/>
          </a:p>
          <a:p>
            <a:pPr marL="0" indent="0">
              <a:buNone/>
            </a:pPr>
            <a:endParaRPr lang="en-US" altLang="ko-KR" sz="1500" dirty="0"/>
          </a:p>
          <a:p>
            <a:pPr marL="0" indent="0">
              <a:buNone/>
            </a:pPr>
            <a:r>
              <a:rPr lang="en-US" altLang="ko-KR" sz="1500" dirty="0"/>
              <a:t>* </a:t>
            </a:r>
            <a:r>
              <a:rPr lang="ko-KR" altLang="en-US" sz="1500" dirty="0"/>
              <a:t>단</a:t>
            </a:r>
            <a:r>
              <a:rPr lang="en-US" altLang="ko-KR" sz="1500" dirty="0"/>
              <a:t>, </a:t>
            </a:r>
            <a:r>
              <a:rPr lang="ko-KR" altLang="en-US" sz="1500" dirty="0"/>
              <a:t>회원인 경우 배송비 </a:t>
            </a:r>
            <a:r>
              <a:rPr lang="en-US" altLang="ko-KR" sz="1500" dirty="0"/>
              <a:t>1,000</a:t>
            </a:r>
            <a:r>
              <a:rPr lang="ko-KR" altLang="en-US" sz="1500" dirty="0"/>
              <a:t>원 할인</a:t>
            </a:r>
          </a:p>
        </p:txBody>
      </p:sp>
      <p:pic>
        <p:nvPicPr>
          <p:cNvPr id="5" name="그림 4" descr="텍스트, 스크린샷, 폰트, 번호이(가) 표시된 사진">
            <a:extLst>
              <a:ext uri="{FF2B5EF4-FFF2-40B4-BE49-F238E27FC236}">
                <a16:creationId xmlns:a16="http://schemas.microsoft.com/office/drawing/2014/main" id="{E281AA84-3AE9-2E7D-4C8E-A769D8DAC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765" y="2742219"/>
            <a:ext cx="10104178" cy="3527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62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7101C8-AE23-5C7C-ADBB-576DBCCE3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428" y="41773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ko-KR" altLang="en-US" sz="1500" dirty="0"/>
              <a:t>문제 설명</a:t>
            </a:r>
            <a:endParaRPr lang="en-US" altLang="ko-KR" sz="1500" dirty="0"/>
          </a:p>
          <a:p>
            <a:pPr marL="0" indent="0">
              <a:buNone/>
            </a:pPr>
            <a:r>
              <a:rPr lang="en-US" altLang="ko-KR" sz="1500" dirty="0"/>
              <a:t>A</a:t>
            </a:r>
            <a:r>
              <a:rPr lang="ko-KR" altLang="en-US" sz="1500" dirty="0"/>
              <a:t>는 주차장에 차를 세웠습니다</a:t>
            </a:r>
            <a:r>
              <a:rPr lang="en-US" altLang="ko-KR" sz="1500" dirty="0"/>
              <a:t>. </a:t>
            </a:r>
            <a:r>
              <a:rPr lang="ko-KR" altLang="en-US" sz="1500" dirty="0"/>
              <a:t>주차 시간은 </a:t>
            </a:r>
            <a:r>
              <a:rPr lang="en-US" altLang="ko-KR" sz="1500" dirty="0"/>
              <a:t>hour, minute</a:t>
            </a:r>
            <a:r>
              <a:rPr lang="ko-KR" altLang="en-US" sz="1500" dirty="0"/>
              <a:t>로 입력됩니다</a:t>
            </a:r>
            <a:r>
              <a:rPr lang="en-US" altLang="ko-KR" sz="1500" dirty="0"/>
              <a:t>. </a:t>
            </a:r>
            <a:r>
              <a:rPr lang="ko-KR" altLang="en-US" sz="1500" dirty="0"/>
              <a:t>주차요금 규칙에 따라 최종 요금을 출력하세요</a:t>
            </a:r>
            <a:endParaRPr lang="en-US" altLang="ko-KR" sz="1500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pic>
        <p:nvPicPr>
          <p:cNvPr id="5" name="그림 4" descr="텍스트, 스크린샷, 폰트, 번호이(가) 표시된 사진">
            <a:extLst>
              <a:ext uri="{FF2B5EF4-FFF2-40B4-BE49-F238E27FC236}">
                <a16:creationId xmlns:a16="http://schemas.microsoft.com/office/drawing/2014/main" id="{54FD8AE4-63B6-EDD5-0FFB-4B414F747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972" y="1583079"/>
            <a:ext cx="9655628" cy="4607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6434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41E15E53-0405-6619-C76B-4BDBBC6A7C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9257" y="655638"/>
            <a:ext cx="11059886" cy="5730648"/>
          </a:xfrm>
        </p:spPr>
        <p:txBody>
          <a:bodyPr/>
          <a:lstStyle/>
          <a:p>
            <a:pPr algn="l"/>
            <a:r>
              <a:rPr lang="ko-KR" altLang="en-US" sz="1500" dirty="0"/>
              <a:t>문제 설명</a:t>
            </a:r>
            <a:endParaRPr lang="en-US" altLang="ko-KR" sz="1500" dirty="0"/>
          </a:p>
          <a:p>
            <a:pPr algn="l"/>
            <a:r>
              <a:rPr lang="en-US" altLang="ko-KR" sz="1500" dirty="0"/>
              <a:t>A</a:t>
            </a:r>
            <a:r>
              <a:rPr lang="ko-KR" altLang="en-US" sz="1500" dirty="0"/>
              <a:t>씨는 야근을 마치고 </a:t>
            </a:r>
            <a:r>
              <a:rPr lang="ko-KR" altLang="en-US" sz="1500" dirty="0" err="1"/>
              <a:t>집에가려고</a:t>
            </a:r>
            <a:r>
              <a:rPr lang="ko-KR" altLang="en-US" sz="1500" dirty="0"/>
              <a:t> 합니다</a:t>
            </a:r>
            <a:r>
              <a:rPr lang="en-US" altLang="ko-KR" sz="1500" dirty="0"/>
              <a:t>. </a:t>
            </a:r>
            <a:r>
              <a:rPr lang="ko-KR" altLang="en-US" sz="1500" dirty="0"/>
              <a:t>현재시간이 </a:t>
            </a:r>
            <a:r>
              <a:rPr lang="en-US" altLang="ko-KR" sz="1500" dirty="0"/>
              <a:t>hour, minute </a:t>
            </a:r>
            <a:r>
              <a:rPr lang="ko-KR" altLang="en-US" sz="1500" dirty="0"/>
              <a:t>형태로 </a:t>
            </a:r>
            <a:r>
              <a:rPr lang="ko-KR" altLang="en-US" sz="1500" dirty="0" err="1"/>
              <a:t>주어질때</a:t>
            </a:r>
            <a:r>
              <a:rPr lang="en-US" altLang="ko-KR" sz="1500" dirty="0"/>
              <a:t>, A</a:t>
            </a:r>
            <a:r>
              <a:rPr lang="ko-KR" altLang="en-US" sz="1500" dirty="0"/>
              <a:t>씨에게 적절한 교통수단을 추천해주세요</a:t>
            </a:r>
            <a:r>
              <a:rPr lang="en-US" altLang="ko-KR" sz="1500" dirty="0"/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ko-KR" altLang="en-US" sz="1500" dirty="0"/>
              <a:t>교통수단 </a:t>
            </a:r>
            <a:r>
              <a:rPr lang="ko-KR" altLang="en-US" sz="1500" dirty="0" err="1"/>
              <a:t>이용시</a:t>
            </a:r>
            <a:r>
              <a:rPr lang="ko-KR" altLang="en-US" sz="1500" dirty="0"/>
              <a:t> 정류장 </a:t>
            </a:r>
            <a:r>
              <a:rPr lang="en-US" altLang="ko-KR" sz="1500" dirty="0"/>
              <a:t>/ </a:t>
            </a:r>
            <a:r>
              <a:rPr lang="ko-KR" altLang="en-US" sz="1500" dirty="0"/>
              <a:t>역까지 </a:t>
            </a:r>
            <a:r>
              <a:rPr lang="ko-KR" altLang="en-US" sz="1500" dirty="0" err="1"/>
              <a:t>이동해야합니다</a:t>
            </a:r>
            <a:r>
              <a:rPr lang="en-US" altLang="ko-KR" sz="1500" dirty="0"/>
              <a:t>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ko-KR" altLang="en-US" sz="1500" b="1" dirty="0"/>
              <a:t>지하철역 이동 </a:t>
            </a:r>
            <a:r>
              <a:rPr lang="en-US" altLang="ko-KR" sz="1500" b="1" dirty="0"/>
              <a:t>5</a:t>
            </a:r>
            <a:r>
              <a:rPr lang="ko-KR" altLang="en-US" sz="1500" b="1" dirty="0"/>
              <a:t>분</a:t>
            </a:r>
            <a:r>
              <a:rPr lang="en-US" altLang="ko-KR" sz="1500" b="1" dirty="0"/>
              <a:t>, </a:t>
            </a:r>
            <a:r>
              <a:rPr lang="ko-KR" altLang="en-US" sz="1500" b="1" dirty="0"/>
              <a:t>버스정류장 이동 </a:t>
            </a:r>
            <a:r>
              <a:rPr lang="en-US" altLang="ko-KR" sz="1500" b="1" dirty="0"/>
              <a:t>8</a:t>
            </a:r>
            <a:r>
              <a:rPr lang="ko-KR" altLang="en-US" sz="1500" b="1" dirty="0"/>
              <a:t>분</a:t>
            </a:r>
            <a:endParaRPr lang="en-US" altLang="ko-KR" sz="1500" b="1" dirty="0"/>
          </a:p>
          <a:p>
            <a:pPr algn="l"/>
            <a:endParaRPr lang="en-US" altLang="ko-KR" dirty="0"/>
          </a:p>
          <a:p>
            <a:r>
              <a:rPr lang="ko-KR" altLang="en-US" sz="1800" dirty="0"/>
              <a:t>교통수단 추천 규칙</a:t>
            </a:r>
            <a:endParaRPr lang="en-US" altLang="ko-KR" sz="1800" dirty="0"/>
          </a:p>
          <a:p>
            <a:pPr algn="l"/>
            <a:endParaRPr lang="en-US" altLang="ko-KR" dirty="0"/>
          </a:p>
        </p:txBody>
      </p:sp>
      <p:pic>
        <p:nvPicPr>
          <p:cNvPr id="5" name="그림 4" descr="텍스트, 스크린샷, 폰트, 번호이(가) 표시된 사진">
            <a:extLst>
              <a:ext uri="{FF2B5EF4-FFF2-40B4-BE49-F238E27FC236}">
                <a16:creationId xmlns:a16="http://schemas.microsoft.com/office/drawing/2014/main" id="{B95F2A5E-A137-25BD-3F93-8AC79FDC47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989" y="3304048"/>
            <a:ext cx="9054422" cy="2898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933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732ED2-19EF-D738-861D-F1D44A2E3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여기부터 </a:t>
            </a:r>
            <a:r>
              <a:rPr lang="ko-KR" altLang="en-US" dirty="0" err="1"/>
              <a:t>반복문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2516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0A8AEC-B47C-6B9D-3409-A4A01C5694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53143"/>
            <a:ext cx="10515600" cy="55238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500" dirty="0"/>
              <a:t>문제 설명</a:t>
            </a:r>
            <a:endParaRPr lang="en-US" altLang="ko-KR" sz="1500" dirty="0"/>
          </a:p>
          <a:p>
            <a:pPr marL="0" indent="0">
              <a:buNone/>
            </a:pPr>
            <a:r>
              <a:rPr lang="ko-KR" altLang="en-US" sz="1500" dirty="0"/>
              <a:t>스마트폰 배터리 사용 문제</a:t>
            </a:r>
            <a:endParaRPr lang="en-US" altLang="ko-KR" sz="1500" dirty="0"/>
          </a:p>
          <a:p>
            <a:pPr marL="0" indent="0">
              <a:buNone/>
            </a:pPr>
            <a:r>
              <a:rPr lang="en-US" altLang="ko-KR" sz="1500" dirty="0"/>
              <a:t>A</a:t>
            </a:r>
            <a:r>
              <a:rPr lang="ko-KR" altLang="en-US" sz="1500" dirty="0"/>
              <a:t>는 스마트폰을 사용하고 있습니다</a:t>
            </a:r>
            <a:r>
              <a:rPr lang="en-US" altLang="ko-KR" sz="1500" dirty="0"/>
              <a:t>. </a:t>
            </a:r>
            <a:r>
              <a:rPr lang="ko-KR" altLang="en-US" sz="1500" dirty="0"/>
              <a:t>초기 잔량 </a:t>
            </a:r>
            <a:r>
              <a:rPr lang="en-US" altLang="ko-KR" sz="1500" dirty="0"/>
              <a:t>battery</a:t>
            </a:r>
            <a:r>
              <a:rPr lang="ko-KR" altLang="en-US" sz="1500" dirty="0"/>
              <a:t>가 주어집니다</a:t>
            </a:r>
            <a:r>
              <a:rPr lang="en-US" altLang="ko-KR" sz="1500" dirty="0"/>
              <a:t>.</a:t>
            </a:r>
          </a:p>
          <a:p>
            <a:pPr marL="0" indent="0">
              <a:buNone/>
            </a:pPr>
            <a:endParaRPr lang="en-US" altLang="ko-KR" sz="1500" dirty="0"/>
          </a:p>
          <a:p>
            <a:pPr marL="0" indent="0">
              <a:buNone/>
            </a:pPr>
            <a:r>
              <a:rPr lang="ko-KR" altLang="en-US" sz="1500" dirty="0"/>
              <a:t>스마트폰의 </a:t>
            </a:r>
            <a:r>
              <a:rPr lang="ko-KR" altLang="en-US" sz="1500" dirty="0" err="1"/>
              <a:t>앱사용</a:t>
            </a:r>
            <a:r>
              <a:rPr lang="ko-KR" altLang="en-US" sz="1500" dirty="0"/>
              <a:t> 여부를 </a:t>
            </a:r>
            <a:r>
              <a:rPr lang="en-US" altLang="ko-KR" sz="1500" dirty="0"/>
              <a:t>on/off</a:t>
            </a:r>
            <a:r>
              <a:rPr lang="ko-KR" altLang="en-US" sz="1500" dirty="0"/>
              <a:t>로 저장한 리스트가 주어지고</a:t>
            </a:r>
            <a:r>
              <a:rPr lang="en-US" altLang="ko-KR" sz="1500" dirty="0"/>
              <a:t>, 1</a:t>
            </a:r>
            <a:r>
              <a:rPr lang="ko-KR" altLang="en-US" sz="1500" dirty="0"/>
              <a:t>분마다 다음 규칙에 따라 배터리가 변합니다</a:t>
            </a:r>
            <a:r>
              <a:rPr lang="en-US" altLang="ko-KR" sz="1500" dirty="0"/>
              <a:t>.</a:t>
            </a:r>
          </a:p>
          <a:p>
            <a:pPr marL="0" indent="0">
              <a:buNone/>
            </a:pPr>
            <a:endParaRPr lang="en-US" altLang="ko-KR" sz="1500" dirty="0"/>
          </a:p>
          <a:p>
            <a:pPr marL="0" indent="0">
              <a:buNone/>
            </a:pPr>
            <a:r>
              <a:rPr lang="ko-KR" altLang="en-US" sz="1500" dirty="0"/>
              <a:t>규칙</a:t>
            </a:r>
            <a:endParaRPr lang="en-US" altLang="ko-KR" sz="1500" dirty="0"/>
          </a:p>
          <a:p>
            <a:pPr marL="514350" indent="-514350">
              <a:buAutoNum type="arabicPeriod"/>
            </a:pPr>
            <a:r>
              <a:rPr lang="en-US" altLang="ko-KR" sz="1500" dirty="0"/>
              <a:t>1</a:t>
            </a:r>
            <a:r>
              <a:rPr lang="ko-KR" altLang="en-US" sz="1500" dirty="0"/>
              <a:t>분마다 배터리 </a:t>
            </a:r>
            <a:r>
              <a:rPr lang="en-US" altLang="ko-KR" sz="1500" dirty="0"/>
              <a:t>3 </a:t>
            </a:r>
            <a:r>
              <a:rPr lang="ko-KR" altLang="en-US" sz="1500" dirty="0"/>
              <a:t>감소</a:t>
            </a:r>
            <a:endParaRPr lang="en-US" altLang="ko-KR" sz="1500" dirty="0"/>
          </a:p>
          <a:p>
            <a:pPr marL="514350" indent="-514350">
              <a:buAutoNum type="arabicPeriod"/>
            </a:pPr>
            <a:r>
              <a:rPr lang="ko-KR" altLang="en-US" sz="1500" dirty="0"/>
              <a:t>앱 상태가 </a:t>
            </a:r>
            <a:r>
              <a:rPr lang="en-US" altLang="ko-KR" sz="1500" dirty="0"/>
              <a:t>on </a:t>
            </a:r>
            <a:r>
              <a:rPr lang="ko-KR" altLang="en-US" sz="1500" dirty="0"/>
              <a:t>이라면</a:t>
            </a:r>
            <a:r>
              <a:rPr lang="en-US" altLang="ko-KR" sz="1500" dirty="0"/>
              <a:t>, </a:t>
            </a:r>
            <a:r>
              <a:rPr lang="ko-KR" altLang="en-US" sz="1500" dirty="0"/>
              <a:t>추가 </a:t>
            </a:r>
            <a:r>
              <a:rPr lang="en-US" altLang="ko-KR" sz="1500" dirty="0"/>
              <a:t>2 </a:t>
            </a:r>
            <a:r>
              <a:rPr lang="ko-KR" altLang="en-US" sz="1500" dirty="0"/>
              <a:t>감소</a:t>
            </a:r>
            <a:endParaRPr lang="en-US" altLang="ko-KR" sz="1500" dirty="0"/>
          </a:p>
          <a:p>
            <a:pPr marL="514350" indent="-514350">
              <a:buAutoNum type="arabicPeriod"/>
            </a:pPr>
            <a:r>
              <a:rPr lang="en-US" altLang="ko-KR" sz="1500" dirty="0"/>
              <a:t>Off </a:t>
            </a:r>
            <a:r>
              <a:rPr lang="ko-KR" altLang="en-US" sz="1500" dirty="0"/>
              <a:t>이면 추가 소모 없음</a:t>
            </a:r>
            <a:endParaRPr lang="en-US" altLang="ko-KR" sz="1500" dirty="0"/>
          </a:p>
          <a:p>
            <a:pPr marL="514350" indent="-514350">
              <a:buAutoNum type="arabicPeriod"/>
            </a:pPr>
            <a:r>
              <a:rPr lang="ko-KR" altLang="en-US" sz="1500" dirty="0"/>
              <a:t>현재 배터리가 </a:t>
            </a:r>
            <a:r>
              <a:rPr lang="en-US" altLang="ko-KR" sz="1500" dirty="0"/>
              <a:t>20</a:t>
            </a:r>
            <a:r>
              <a:rPr lang="ko-KR" altLang="en-US" sz="1500" dirty="0"/>
              <a:t>미만이면 절전모드로 변경</a:t>
            </a:r>
            <a:endParaRPr lang="en-US" altLang="ko-KR" sz="1500" dirty="0"/>
          </a:p>
          <a:p>
            <a:pPr marL="514350" indent="-514350">
              <a:buAutoNum type="arabicPeriod"/>
            </a:pPr>
            <a:r>
              <a:rPr lang="ko-KR" altLang="en-US" sz="1500" dirty="0" err="1"/>
              <a:t>절전모드시</a:t>
            </a:r>
            <a:r>
              <a:rPr lang="ko-KR" altLang="en-US" sz="1500" dirty="0"/>
              <a:t> </a:t>
            </a:r>
            <a:r>
              <a:rPr lang="en-US" altLang="ko-KR" sz="1500" dirty="0"/>
              <a:t>1</a:t>
            </a:r>
            <a:r>
              <a:rPr lang="ko-KR" altLang="en-US" sz="1500" dirty="0"/>
              <a:t>분마다 배터리 </a:t>
            </a:r>
            <a:r>
              <a:rPr lang="en-US" altLang="ko-KR" sz="1500" dirty="0"/>
              <a:t>2</a:t>
            </a:r>
            <a:r>
              <a:rPr lang="ko-KR" altLang="en-US" sz="1500" dirty="0"/>
              <a:t>감소</a:t>
            </a:r>
            <a:r>
              <a:rPr lang="en-US" altLang="ko-KR" sz="1500" dirty="0"/>
              <a:t>, </a:t>
            </a:r>
            <a:r>
              <a:rPr lang="ko-KR" altLang="en-US" sz="1500" dirty="0"/>
              <a:t>앱이 </a:t>
            </a:r>
            <a:r>
              <a:rPr lang="en-US" altLang="ko-KR" sz="1500" dirty="0"/>
              <a:t>on </a:t>
            </a:r>
            <a:r>
              <a:rPr lang="ko-KR" altLang="en-US" sz="1500" dirty="0"/>
              <a:t>상태일때</a:t>
            </a:r>
            <a:r>
              <a:rPr lang="en-US" altLang="ko-KR" sz="1500" dirty="0"/>
              <a:t>, 1</a:t>
            </a:r>
            <a:r>
              <a:rPr lang="ko-KR" altLang="en-US" sz="1500" dirty="0"/>
              <a:t>감소</a:t>
            </a:r>
            <a:endParaRPr lang="en-US" altLang="ko-KR" sz="1500" dirty="0"/>
          </a:p>
          <a:p>
            <a:pPr marL="0" indent="0">
              <a:buNone/>
            </a:pPr>
            <a:endParaRPr lang="en-US" altLang="ko-KR" sz="1500" dirty="0"/>
          </a:p>
          <a:p>
            <a:pPr marL="0" indent="0">
              <a:buNone/>
            </a:pPr>
            <a:r>
              <a:rPr lang="ko-KR" altLang="en-US" sz="1500" dirty="0"/>
              <a:t>스마트폰을 사용한 시간을 출력하세요</a:t>
            </a:r>
            <a:endParaRPr lang="en-US" altLang="ko-KR" sz="1500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8259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855AFC-28C3-2939-CE5D-EEE7F6A06C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61281"/>
            <a:ext cx="10515600" cy="59104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600" dirty="0"/>
              <a:t>문제 설명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A</a:t>
            </a:r>
            <a:r>
              <a:rPr lang="ko-KR" altLang="en-US" sz="1600" dirty="0"/>
              <a:t>가 스테이지 </a:t>
            </a:r>
            <a:r>
              <a:rPr lang="en-US" altLang="ko-KR" sz="1600" dirty="0"/>
              <a:t>n</a:t>
            </a:r>
            <a:r>
              <a:rPr lang="ko-KR" altLang="en-US" sz="1600" dirty="0"/>
              <a:t>개를 플레이 할 예정이다</a:t>
            </a:r>
            <a:r>
              <a:rPr lang="en-US" altLang="ko-KR" sz="1600" dirty="0"/>
              <a:t>. </a:t>
            </a:r>
            <a:r>
              <a:rPr lang="ko-KR" altLang="en-US" sz="1600" dirty="0"/>
              <a:t>각 스테이지마다 점수 </a:t>
            </a:r>
            <a:r>
              <a:rPr lang="en-US" altLang="ko-KR" sz="1600" dirty="0"/>
              <a:t>score</a:t>
            </a:r>
            <a:r>
              <a:rPr lang="ko-KR" altLang="en-US" sz="1600" dirty="0"/>
              <a:t>가</a:t>
            </a:r>
            <a:r>
              <a:rPr lang="en-US" altLang="ko-KR" sz="1600" dirty="0"/>
              <a:t> </a:t>
            </a:r>
            <a:r>
              <a:rPr lang="ko-KR" altLang="en-US" sz="1600" dirty="0"/>
              <a:t>입력된다</a:t>
            </a:r>
            <a:r>
              <a:rPr lang="en-US" altLang="ko-KR" sz="1600" dirty="0"/>
              <a:t>.</a:t>
            </a:r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r>
              <a:rPr lang="ko-KR" altLang="en-US" sz="1600" dirty="0"/>
              <a:t>규칙</a:t>
            </a:r>
            <a:endParaRPr lang="en-US" altLang="ko-KR" sz="1600" dirty="0"/>
          </a:p>
          <a:p>
            <a:pPr marL="514350" indent="-514350">
              <a:buAutoNum type="arabicPeriod"/>
            </a:pPr>
            <a:r>
              <a:rPr lang="ko-KR" altLang="en-US" sz="1600" dirty="0"/>
              <a:t>점수가 </a:t>
            </a:r>
            <a:r>
              <a:rPr lang="en-US" altLang="ko-KR" sz="1600" dirty="0"/>
              <a:t>80</a:t>
            </a:r>
            <a:r>
              <a:rPr lang="ko-KR" altLang="en-US" sz="1600" dirty="0"/>
              <a:t>점 이상이면 보너스 </a:t>
            </a:r>
            <a:r>
              <a:rPr lang="en-US" altLang="ko-KR" sz="1600" dirty="0"/>
              <a:t>5</a:t>
            </a:r>
            <a:r>
              <a:rPr lang="ko-KR" altLang="en-US" sz="1600" dirty="0"/>
              <a:t>점</a:t>
            </a:r>
            <a:endParaRPr lang="en-US" altLang="ko-KR" sz="1600" dirty="0"/>
          </a:p>
          <a:p>
            <a:pPr marL="514350" indent="-514350">
              <a:buAutoNum type="arabicPeriod"/>
            </a:pPr>
            <a:r>
              <a:rPr lang="ko-KR" altLang="en-US" sz="1600" dirty="0"/>
              <a:t>점수가 </a:t>
            </a:r>
            <a:r>
              <a:rPr lang="en-US" altLang="ko-KR" sz="1600" dirty="0"/>
              <a:t>50</a:t>
            </a:r>
            <a:r>
              <a:rPr lang="ko-KR" altLang="en-US" sz="1600" dirty="0"/>
              <a:t>점이상 </a:t>
            </a:r>
            <a:r>
              <a:rPr lang="en-US" altLang="ko-KR" sz="1600" dirty="0"/>
              <a:t>80</a:t>
            </a:r>
            <a:r>
              <a:rPr lang="ko-KR" altLang="en-US" sz="1600" dirty="0"/>
              <a:t>점 미만이면 보너스 </a:t>
            </a:r>
            <a:r>
              <a:rPr lang="en-US" altLang="ko-KR" sz="1600" dirty="0"/>
              <a:t>2</a:t>
            </a:r>
            <a:r>
              <a:rPr lang="ko-KR" altLang="en-US" sz="1600" dirty="0"/>
              <a:t>점</a:t>
            </a:r>
            <a:endParaRPr lang="en-US" altLang="ko-KR" sz="1600" dirty="0"/>
          </a:p>
          <a:p>
            <a:pPr marL="514350" indent="-514350">
              <a:buAutoNum type="arabicPeriod"/>
            </a:pPr>
            <a:r>
              <a:rPr lang="ko-KR" altLang="en-US" sz="1600" dirty="0"/>
              <a:t>점수가 </a:t>
            </a:r>
            <a:r>
              <a:rPr lang="en-US" altLang="ko-KR" sz="1600" dirty="0"/>
              <a:t>30</a:t>
            </a:r>
            <a:r>
              <a:rPr lang="ko-KR" altLang="en-US" sz="1600" dirty="0"/>
              <a:t>점이상 </a:t>
            </a:r>
            <a:r>
              <a:rPr lang="en-US" altLang="ko-KR" sz="1600" dirty="0"/>
              <a:t>50</a:t>
            </a:r>
            <a:r>
              <a:rPr lang="ko-KR" altLang="en-US" sz="1600" dirty="0"/>
              <a:t>점 미만이면 보너스 없음</a:t>
            </a:r>
            <a:endParaRPr lang="en-US" altLang="ko-KR" sz="1600" dirty="0"/>
          </a:p>
          <a:p>
            <a:pPr marL="514350" indent="-514350">
              <a:buAutoNum type="arabicPeriod"/>
            </a:pPr>
            <a:r>
              <a:rPr lang="ko-KR" altLang="en-US" sz="1600" dirty="0"/>
              <a:t>점수가 </a:t>
            </a:r>
            <a:r>
              <a:rPr lang="en-US" altLang="ko-KR" sz="1600" dirty="0"/>
              <a:t>30</a:t>
            </a:r>
            <a:r>
              <a:rPr lang="ko-KR" altLang="en-US" sz="1600" dirty="0"/>
              <a:t>점 미만이면 마이너스 </a:t>
            </a:r>
            <a:r>
              <a:rPr lang="en-US" altLang="ko-KR" sz="1600" dirty="0"/>
              <a:t>1</a:t>
            </a:r>
            <a:r>
              <a:rPr lang="ko-KR" altLang="en-US" sz="1600" dirty="0"/>
              <a:t>점</a:t>
            </a:r>
            <a:endParaRPr lang="en-US" altLang="ko-KR" sz="1600" dirty="0"/>
          </a:p>
          <a:p>
            <a:pPr marL="514350" indent="-514350">
              <a:buAutoNum type="arabicPeriod"/>
            </a:pPr>
            <a:endParaRPr lang="en-US" altLang="ko-KR" sz="1600" dirty="0"/>
          </a:p>
          <a:p>
            <a:pPr marL="0" indent="0">
              <a:buNone/>
            </a:pPr>
            <a:r>
              <a:rPr lang="ko-KR" altLang="en-US" sz="1600" dirty="0"/>
              <a:t>입력된 </a:t>
            </a:r>
            <a:r>
              <a:rPr lang="en-US" altLang="ko-KR" sz="1600" dirty="0"/>
              <a:t>random</a:t>
            </a:r>
            <a:r>
              <a:rPr lang="ko-KR" altLang="en-US" sz="1600" dirty="0"/>
              <a:t>한 </a:t>
            </a:r>
            <a:r>
              <a:rPr lang="en-US" altLang="ko-KR" sz="1600" dirty="0"/>
              <a:t>s</a:t>
            </a:r>
            <a:r>
              <a:rPr lang="ko-KR" altLang="en-US" sz="1600" dirty="0"/>
              <a:t>를 통해</a:t>
            </a:r>
            <a:r>
              <a:rPr lang="en-US" altLang="ko-KR" sz="1600" dirty="0"/>
              <a:t>, </a:t>
            </a:r>
            <a:r>
              <a:rPr lang="ko-KR" altLang="en-US" sz="1600" dirty="0"/>
              <a:t>최종 점수의 합을 구하세요</a:t>
            </a:r>
            <a:endParaRPr lang="en-US" altLang="ko-KR" sz="1600" dirty="0"/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  n = </a:t>
            </a:r>
            <a:r>
              <a:rPr lang="en-US" altLang="ko-KR" sz="1600" dirty="0" err="1"/>
              <a:t>random.randint</a:t>
            </a:r>
            <a:r>
              <a:rPr lang="en-US" altLang="ko-KR" sz="1600" dirty="0"/>
              <a:t>(1,10)</a:t>
            </a:r>
          </a:p>
          <a:p>
            <a:pPr marL="0" indent="0">
              <a:buNone/>
            </a:pPr>
            <a:r>
              <a:rPr lang="en-US" altLang="ko-KR" sz="1600" dirty="0"/>
              <a:t>  score = []</a:t>
            </a:r>
          </a:p>
          <a:p>
            <a:pPr marL="0" indent="0">
              <a:buNone/>
            </a:pPr>
            <a:r>
              <a:rPr lang="ko-KR" altLang="en-US" sz="1600" dirty="0"/>
              <a:t> </a:t>
            </a:r>
            <a:r>
              <a:rPr lang="en-US" altLang="ko-KR" sz="1600" dirty="0"/>
              <a:t> for s in range(n):</a:t>
            </a:r>
          </a:p>
          <a:p>
            <a:pPr marL="0" indent="0">
              <a:buNone/>
            </a:pPr>
            <a:r>
              <a:rPr lang="en-US" altLang="ko-KR" sz="1600" dirty="0"/>
              <a:t>     </a:t>
            </a:r>
            <a:r>
              <a:rPr lang="en-US" altLang="ko-KR" sz="1600" dirty="0" err="1"/>
              <a:t>score.append</a:t>
            </a:r>
            <a:r>
              <a:rPr lang="en-US" altLang="ko-KR" sz="1600" dirty="0"/>
              <a:t>(</a:t>
            </a:r>
            <a:r>
              <a:rPr lang="en-US" altLang="ko-KR" sz="1600" dirty="0" err="1"/>
              <a:t>random.randint</a:t>
            </a:r>
            <a:r>
              <a:rPr lang="en-US" altLang="ko-KR" sz="1600" dirty="0"/>
              <a:t>(1,100))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06825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A6131C-3F1E-3D25-C5D1-370E20FAB9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5000" y="533853"/>
            <a:ext cx="10515600" cy="59975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600" dirty="0"/>
              <a:t>문제 설명</a:t>
            </a:r>
            <a:endParaRPr lang="en-US" altLang="ko-KR" sz="1600" dirty="0"/>
          </a:p>
          <a:p>
            <a:pPr marL="0" indent="0">
              <a:buNone/>
            </a:pPr>
            <a:r>
              <a:rPr lang="ko-KR" altLang="en-US" sz="1600" dirty="0"/>
              <a:t>사무실 프린터로 문서가 </a:t>
            </a:r>
            <a:r>
              <a:rPr lang="ko-KR" altLang="en-US" sz="1600" dirty="0" err="1"/>
              <a:t>출력되고있습니다</a:t>
            </a:r>
            <a:r>
              <a:rPr lang="en-US" altLang="ko-KR" sz="1600" dirty="0"/>
              <a:t>. </a:t>
            </a:r>
            <a:r>
              <a:rPr lang="ko-KR" altLang="en-US" sz="1600" dirty="0"/>
              <a:t>현재 </a:t>
            </a:r>
            <a:r>
              <a:rPr lang="ko-KR" altLang="en-US" sz="1600" dirty="0" err="1"/>
              <a:t>잉크량</a:t>
            </a:r>
            <a:r>
              <a:rPr lang="ko-KR" altLang="en-US" sz="1600" dirty="0"/>
              <a:t> </a:t>
            </a:r>
            <a:r>
              <a:rPr lang="en-US" altLang="ko-KR" sz="1600" dirty="0"/>
              <a:t>ink</a:t>
            </a:r>
            <a:r>
              <a:rPr lang="ko-KR" altLang="en-US" sz="1600" dirty="0"/>
              <a:t>를 입력하고</a:t>
            </a:r>
            <a:r>
              <a:rPr lang="en-US" altLang="ko-KR" sz="1600" dirty="0"/>
              <a:t>, </a:t>
            </a:r>
            <a:r>
              <a:rPr lang="ko-KR" altLang="en-US" sz="1600" dirty="0"/>
              <a:t>프린터 </a:t>
            </a:r>
            <a:r>
              <a:rPr lang="ko-KR" altLang="en-US" sz="1600" dirty="0" err="1"/>
              <a:t>한장을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출력할떄마다</a:t>
            </a:r>
            <a:r>
              <a:rPr lang="en-US" altLang="ko-KR" sz="1600" dirty="0"/>
              <a:t>, </a:t>
            </a:r>
            <a:r>
              <a:rPr lang="ko-KR" altLang="en-US" sz="1600" dirty="0"/>
              <a:t>다음 규칙에 따라 잉크가 변합니다</a:t>
            </a:r>
            <a:r>
              <a:rPr lang="en-US" altLang="ko-KR" sz="1600" dirty="0"/>
              <a:t>.</a:t>
            </a:r>
          </a:p>
          <a:p>
            <a:pPr marL="514350" indent="-514350">
              <a:buAutoNum type="arabicPeriod"/>
            </a:pPr>
            <a:r>
              <a:rPr lang="ko-KR" altLang="en-US" sz="1600" dirty="0" err="1"/>
              <a:t>한장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출력시</a:t>
            </a:r>
            <a:r>
              <a:rPr lang="ko-KR" altLang="en-US" sz="1600" dirty="0"/>
              <a:t> 잉크 </a:t>
            </a:r>
            <a:r>
              <a:rPr lang="en-US" altLang="ko-KR" sz="1600" dirty="0"/>
              <a:t>4 </a:t>
            </a:r>
            <a:r>
              <a:rPr lang="ko-KR" altLang="en-US" sz="1600" dirty="0"/>
              <a:t>감소</a:t>
            </a:r>
            <a:endParaRPr lang="en-US" altLang="ko-KR" sz="1600" dirty="0"/>
          </a:p>
          <a:p>
            <a:pPr marL="514350" indent="-514350">
              <a:buAutoNum type="arabicPeriod"/>
            </a:pPr>
            <a:r>
              <a:rPr lang="ko-KR" altLang="en-US" sz="1600" dirty="0"/>
              <a:t>현재 잉크가 </a:t>
            </a:r>
            <a:r>
              <a:rPr lang="en-US" altLang="ko-KR" sz="1600" dirty="0"/>
              <a:t>50</a:t>
            </a:r>
            <a:r>
              <a:rPr lang="ko-KR" altLang="en-US" sz="1600" dirty="0"/>
              <a:t>이상이라면 고화질 출력으로 추가 </a:t>
            </a:r>
            <a:r>
              <a:rPr lang="en-US" altLang="ko-KR" sz="1600" dirty="0"/>
              <a:t>2</a:t>
            </a:r>
            <a:r>
              <a:rPr lang="ko-KR" altLang="en-US" sz="1600" dirty="0"/>
              <a:t>감소</a:t>
            </a:r>
            <a:endParaRPr lang="en-US" altLang="ko-KR" sz="1600" dirty="0"/>
          </a:p>
          <a:p>
            <a:pPr marL="514350" indent="-514350">
              <a:buAutoNum type="arabicPeriod"/>
            </a:pPr>
            <a:r>
              <a:rPr lang="ko-KR" altLang="en-US" sz="1600" dirty="0"/>
              <a:t>잉크가 </a:t>
            </a:r>
            <a:r>
              <a:rPr lang="en-US" altLang="ko-KR" sz="1600" dirty="0"/>
              <a:t>15</a:t>
            </a:r>
            <a:r>
              <a:rPr lang="ko-KR" altLang="en-US" sz="1600" dirty="0"/>
              <a:t>미만이면 절전모드로 잉크 </a:t>
            </a:r>
            <a:r>
              <a:rPr lang="en-US" altLang="ko-KR" sz="1600" dirty="0"/>
              <a:t>1 </a:t>
            </a:r>
            <a:r>
              <a:rPr lang="ko-KR" altLang="en-US" sz="1600" dirty="0"/>
              <a:t>회복</a:t>
            </a:r>
            <a:endParaRPr lang="en-US" altLang="ko-KR" sz="1600" dirty="0"/>
          </a:p>
          <a:p>
            <a:pPr marL="514350" indent="-514350">
              <a:buAutoNum type="arabicPeriod"/>
            </a:pPr>
            <a:r>
              <a:rPr lang="ko-KR" altLang="en-US" sz="1600" dirty="0"/>
              <a:t>잉크가 </a:t>
            </a:r>
            <a:r>
              <a:rPr lang="en-US" altLang="ko-KR" sz="1600" dirty="0"/>
              <a:t>0</a:t>
            </a:r>
            <a:r>
              <a:rPr lang="ko-KR" altLang="en-US" sz="1600" dirty="0"/>
              <a:t>이하면 출력중단</a:t>
            </a:r>
            <a:endParaRPr lang="en-US" altLang="ko-KR" sz="1600" dirty="0"/>
          </a:p>
          <a:p>
            <a:pPr marL="514350" indent="-514350">
              <a:buAutoNum type="arabicPeriod"/>
            </a:pPr>
            <a:endParaRPr lang="en-US" altLang="ko-KR" sz="1600" dirty="0"/>
          </a:p>
          <a:p>
            <a:pPr marL="0" indent="0">
              <a:buNone/>
            </a:pPr>
            <a:r>
              <a:rPr lang="ko-KR" altLang="en-US" sz="1600" dirty="0"/>
              <a:t>프린터가 </a:t>
            </a:r>
            <a:r>
              <a:rPr lang="ko-KR" altLang="en-US" sz="1600" dirty="0" err="1"/>
              <a:t>멈출때까지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몇장의</a:t>
            </a:r>
            <a:r>
              <a:rPr lang="ko-KR" altLang="en-US" sz="1600" dirty="0"/>
              <a:t> 문서를 출력했을까요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617008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B96D13-CFED-D258-4307-A337CBF156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48367"/>
            <a:ext cx="10515600" cy="582340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1500" dirty="0"/>
              <a:t>문제 설명</a:t>
            </a:r>
            <a:endParaRPr lang="en-US" altLang="ko-KR" sz="1500" dirty="0"/>
          </a:p>
          <a:p>
            <a:pPr marL="0" indent="0">
              <a:buNone/>
            </a:pPr>
            <a:r>
              <a:rPr lang="ko-KR" altLang="en-US" sz="1500" dirty="0"/>
              <a:t>실내 온도를 목표 온도에 맞추기 위해 에어컨을 가동하려 합니다</a:t>
            </a:r>
            <a:r>
              <a:rPr lang="en-US" altLang="ko-KR" sz="1500" dirty="0"/>
              <a:t>. </a:t>
            </a:r>
            <a:r>
              <a:rPr lang="ko-KR" altLang="en-US" sz="1500" dirty="0"/>
              <a:t>현재온도 </a:t>
            </a:r>
            <a:r>
              <a:rPr lang="en-US" altLang="ko-KR" sz="1500" dirty="0"/>
              <a:t>/ </a:t>
            </a:r>
            <a:r>
              <a:rPr lang="ko-KR" altLang="en-US" sz="1500" dirty="0"/>
              <a:t>목표온도 </a:t>
            </a:r>
            <a:r>
              <a:rPr lang="en-US" altLang="ko-KR" sz="1500" dirty="0"/>
              <a:t>/ </a:t>
            </a:r>
            <a:r>
              <a:rPr lang="ko-KR" altLang="en-US" sz="1500" dirty="0"/>
              <a:t>한번에 연속으로 가동할 수 있는 시간을 입력 받습니다</a:t>
            </a:r>
            <a:r>
              <a:rPr lang="en-US" altLang="ko-KR" sz="1500" dirty="0"/>
              <a:t>.</a:t>
            </a:r>
          </a:p>
          <a:p>
            <a:pPr marL="0" indent="0">
              <a:buNone/>
            </a:pPr>
            <a:endParaRPr lang="en-US" altLang="ko-KR" sz="1500" dirty="0"/>
          </a:p>
          <a:p>
            <a:pPr marL="0" indent="0">
              <a:buNone/>
            </a:pPr>
            <a:r>
              <a:rPr lang="ko-KR" altLang="en-US" sz="1500" dirty="0"/>
              <a:t>규칙은 다음과 같습니다</a:t>
            </a:r>
            <a:r>
              <a:rPr lang="en-US" altLang="ko-KR" sz="1500" dirty="0"/>
              <a:t>.</a:t>
            </a:r>
          </a:p>
          <a:p>
            <a:pPr marL="514350" indent="-514350">
              <a:buAutoNum type="arabicPeriod"/>
            </a:pPr>
            <a:r>
              <a:rPr lang="ko-KR" altLang="en-US" sz="1500" dirty="0"/>
              <a:t>에어컨은 </a:t>
            </a:r>
            <a:r>
              <a:rPr lang="en-US" altLang="ko-KR" sz="1500" dirty="0"/>
              <a:t>25</a:t>
            </a:r>
            <a:r>
              <a:rPr lang="ko-KR" altLang="en-US" sz="1500" dirty="0"/>
              <a:t>분마다 </a:t>
            </a:r>
            <a:r>
              <a:rPr lang="en-US" altLang="ko-KR" sz="1500" dirty="0"/>
              <a:t>1</a:t>
            </a:r>
            <a:r>
              <a:rPr lang="ko-KR" altLang="en-US" sz="1500" dirty="0"/>
              <a:t>도 변화시킵니다</a:t>
            </a:r>
            <a:r>
              <a:rPr lang="en-US" altLang="ko-KR" sz="1500" dirty="0"/>
              <a:t>.</a:t>
            </a:r>
          </a:p>
          <a:p>
            <a:pPr marL="514350" indent="-514350">
              <a:buAutoNum type="arabicPeriod"/>
            </a:pPr>
            <a:r>
              <a:rPr lang="ko-KR" altLang="en-US" sz="1500" dirty="0"/>
              <a:t>현재온도 </a:t>
            </a:r>
            <a:r>
              <a:rPr lang="en-US" altLang="ko-KR" sz="1500" dirty="0"/>
              <a:t>&gt; </a:t>
            </a:r>
            <a:r>
              <a:rPr lang="ko-KR" altLang="en-US" sz="1500" dirty="0"/>
              <a:t>목표온도 이면 냉방 동작이며 </a:t>
            </a:r>
            <a:r>
              <a:rPr lang="en-US" altLang="ko-KR" sz="1500" dirty="0"/>
              <a:t>1</a:t>
            </a:r>
            <a:r>
              <a:rPr lang="ko-KR" altLang="en-US" sz="1500" dirty="0"/>
              <a:t>도씩 내려갑니다</a:t>
            </a:r>
            <a:endParaRPr lang="en-US" altLang="ko-KR" sz="1500" dirty="0"/>
          </a:p>
          <a:p>
            <a:pPr marL="514350" indent="-514350">
              <a:buAutoNum type="arabicPeriod"/>
            </a:pPr>
            <a:r>
              <a:rPr lang="ko-KR" altLang="en-US" sz="1500" dirty="0"/>
              <a:t>현재온도 </a:t>
            </a:r>
            <a:r>
              <a:rPr lang="en-US" altLang="ko-KR" sz="1500" dirty="0"/>
              <a:t>&lt; </a:t>
            </a:r>
            <a:r>
              <a:rPr lang="ko-KR" altLang="en-US" sz="1500" dirty="0"/>
              <a:t>목표온도 이면 난방 동작이며 </a:t>
            </a:r>
            <a:r>
              <a:rPr lang="en-US" altLang="ko-KR" sz="1500" dirty="0"/>
              <a:t>1</a:t>
            </a:r>
            <a:r>
              <a:rPr lang="ko-KR" altLang="en-US" sz="1500" dirty="0"/>
              <a:t>도씩 올라갑니다</a:t>
            </a:r>
            <a:r>
              <a:rPr lang="en-US" altLang="ko-KR" sz="1500" dirty="0"/>
              <a:t>.</a:t>
            </a:r>
          </a:p>
          <a:p>
            <a:pPr marL="514350" indent="-514350">
              <a:buAutoNum type="arabicPeriod"/>
            </a:pPr>
            <a:r>
              <a:rPr lang="ko-KR" altLang="en-US" sz="1500" dirty="0"/>
              <a:t>온도가 목표온도에 도달하면</a:t>
            </a:r>
            <a:r>
              <a:rPr lang="en-US" altLang="ko-KR" sz="1500" dirty="0"/>
              <a:t>, </a:t>
            </a:r>
            <a:r>
              <a:rPr lang="ko-KR" altLang="en-US" sz="1500" dirty="0"/>
              <a:t>즉시 종료합니다</a:t>
            </a:r>
            <a:endParaRPr lang="en-US" altLang="ko-KR" sz="1500" dirty="0"/>
          </a:p>
          <a:p>
            <a:pPr marL="514350" indent="-514350">
              <a:buAutoNum type="arabicPeriod"/>
            </a:pPr>
            <a:r>
              <a:rPr lang="ko-KR" altLang="en-US" sz="1500" dirty="0"/>
              <a:t>에어컨은 한번 키면 최대 연속가능 시간만큼 동작 가능합니다</a:t>
            </a:r>
            <a:r>
              <a:rPr lang="en-US" altLang="ko-KR" sz="1500" dirty="0"/>
              <a:t>.</a:t>
            </a:r>
          </a:p>
          <a:p>
            <a:pPr marL="514350" indent="-514350">
              <a:buAutoNum type="arabicPeriod"/>
            </a:pPr>
            <a:r>
              <a:rPr lang="ko-KR" altLang="en-US" sz="1500" dirty="0"/>
              <a:t>목표 </a:t>
            </a:r>
            <a:r>
              <a:rPr lang="ko-KR" altLang="en-US" sz="1500" dirty="0" err="1"/>
              <a:t>미달성</a:t>
            </a:r>
            <a:r>
              <a:rPr lang="ko-KR" altLang="en-US" sz="1500" dirty="0"/>
              <a:t> 상태에서 최대 연속시간을 사용하면</a:t>
            </a:r>
            <a:r>
              <a:rPr lang="en-US" altLang="ko-KR" sz="1500" dirty="0"/>
              <a:t>, 1</a:t>
            </a:r>
            <a:r>
              <a:rPr lang="ko-KR" altLang="en-US" sz="1500" dirty="0"/>
              <a:t>시간 뒤에 다시 켤 있습니다</a:t>
            </a:r>
            <a:r>
              <a:rPr lang="en-US" altLang="ko-KR" sz="1500" dirty="0"/>
              <a:t>.</a:t>
            </a:r>
          </a:p>
          <a:p>
            <a:pPr marL="514350" indent="-514350">
              <a:buAutoNum type="arabicPeriod"/>
            </a:pPr>
            <a:r>
              <a:rPr lang="ko-KR" altLang="en-US" sz="1500" dirty="0"/>
              <a:t>쉬는 시간동안 온도는 변하지 않습니다</a:t>
            </a:r>
            <a:r>
              <a:rPr lang="en-US" altLang="ko-KR" sz="1500" dirty="0"/>
              <a:t>.</a:t>
            </a:r>
          </a:p>
          <a:p>
            <a:pPr marL="0" indent="0">
              <a:buNone/>
            </a:pPr>
            <a:endParaRPr lang="en-US" altLang="ko-KR" sz="1500" dirty="0"/>
          </a:p>
          <a:p>
            <a:pPr marL="0" indent="0">
              <a:buNone/>
            </a:pPr>
            <a:r>
              <a:rPr lang="ko-KR" altLang="en-US" sz="1500" dirty="0"/>
              <a:t>에어컨을 </a:t>
            </a:r>
            <a:r>
              <a:rPr lang="ko-KR" altLang="en-US" sz="1500" dirty="0" err="1"/>
              <a:t>몇번</a:t>
            </a:r>
            <a:r>
              <a:rPr lang="ko-KR" altLang="en-US" sz="1500" dirty="0"/>
              <a:t> 켜야 목표 온도에 도달 할 수 있는지 출력하세요</a:t>
            </a:r>
            <a:endParaRPr lang="en-US" altLang="ko-KR" sz="1500" dirty="0"/>
          </a:p>
          <a:p>
            <a:pPr marL="0" indent="0">
              <a:buNone/>
            </a:pPr>
            <a:endParaRPr lang="en-US" altLang="ko-KR" sz="1500" dirty="0"/>
          </a:p>
          <a:p>
            <a:pPr marL="0" indent="0">
              <a:buNone/>
            </a:pPr>
            <a:r>
              <a:rPr lang="ko-KR" altLang="en-US" sz="1500" dirty="0"/>
              <a:t>입력 예시</a:t>
            </a:r>
            <a:endParaRPr lang="en-US" altLang="ko-KR" sz="1500" dirty="0"/>
          </a:p>
          <a:p>
            <a:pPr marL="0" indent="0">
              <a:buNone/>
            </a:pPr>
            <a:r>
              <a:rPr lang="ko-KR" altLang="en-US" sz="1500" dirty="0"/>
              <a:t>현재온도 </a:t>
            </a:r>
            <a:r>
              <a:rPr lang="en-US" altLang="ko-KR" sz="1500" dirty="0"/>
              <a:t>: 18</a:t>
            </a:r>
            <a:r>
              <a:rPr lang="ko-KR" altLang="en-US" sz="1500" dirty="0"/>
              <a:t>도 </a:t>
            </a:r>
            <a:r>
              <a:rPr lang="en-US" altLang="ko-KR" sz="1500" dirty="0"/>
              <a:t>/</a:t>
            </a:r>
            <a:r>
              <a:rPr lang="ko-KR" altLang="en-US" sz="1500" dirty="0"/>
              <a:t> 목표온도 </a:t>
            </a:r>
            <a:r>
              <a:rPr lang="en-US" altLang="ko-KR" sz="1500" dirty="0"/>
              <a:t>: 22</a:t>
            </a:r>
            <a:r>
              <a:rPr lang="ko-KR" altLang="en-US" sz="1500" dirty="0"/>
              <a:t>도 </a:t>
            </a:r>
            <a:r>
              <a:rPr lang="en-US" altLang="ko-KR" sz="1500" dirty="0"/>
              <a:t>/ </a:t>
            </a:r>
            <a:r>
              <a:rPr lang="ko-KR" altLang="en-US" sz="1500" dirty="0"/>
              <a:t>한번 연속 가동 시간 </a:t>
            </a:r>
            <a:r>
              <a:rPr lang="en-US" altLang="ko-KR" sz="1500" dirty="0"/>
              <a:t>100</a:t>
            </a:r>
            <a:r>
              <a:rPr lang="ko-KR" altLang="en-US" sz="1500" dirty="0"/>
              <a:t>분</a:t>
            </a:r>
            <a:endParaRPr lang="en-US" altLang="ko-KR" sz="1500" dirty="0"/>
          </a:p>
          <a:p>
            <a:pPr marL="0" indent="0">
              <a:buNone/>
            </a:pPr>
            <a:r>
              <a:rPr lang="ko-KR" altLang="en-US" sz="1500" dirty="0"/>
              <a:t>출력 </a:t>
            </a:r>
            <a:r>
              <a:rPr lang="en-US" altLang="ko-KR" sz="1500" dirty="0"/>
              <a:t>: 1</a:t>
            </a:r>
            <a:r>
              <a:rPr lang="ko-KR" altLang="en-US" sz="1500" dirty="0"/>
              <a:t>회</a:t>
            </a:r>
            <a:endParaRPr lang="en-US" altLang="ko-KR" sz="1500" dirty="0"/>
          </a:p>
        </p:txBody>
      </p:sp>
    </p:spTree>
    <p:extLst>
      <p:ext uri="{BB962C8B-B14F-4D97-AF65-F5344CB8AC3E}">
        <p14:creationId xmlns:p14="http://schemas.microsoft.com/office/powerpoint/2010/main" val="8679959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A5CF42-267B-6AE3-CA92-F336F7ADD8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4481"/>
            <a:ext cx="10515600" cy="5794375"/>
          </a:xfrm>
        </p:spPr>
        <p:txBody>
          <a:bodyPr/>
          <a:lstStyle/>
          <a:p>
            <a:pPr marL="0" indent="0">
              <a:buNone/>
            </a:pPr>
            <a:r>
              <a:rPr lang="ko-KR" altLang="en-US" dirty="0"/>
              <a:t>주어진 리스트를 내림차순으로 정렬하는 문제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오름차순 정렬</a:t>
            </a:r>
            <a:endParaRPr lang="en-US" altLang="ko-KR" dirty="0"/>
          </a:p>
          <a:p>
            <a:pPr marL="514350" indent="-514350">
              <a:buAutoNum type="arabicPeriod"/>
            </a:pPr>
            <a:endParaRPr lang="en-US" altLang="ko-KR" dirty="0"/>
          </a:p>
          <a:p>
            <a:pPr marL="514350" indent="-514350">
              <a:buAutoNum type="arabicPeriod"/>
            </a:pPr>
            <a:r>
              <a:rPr lang="ko-KR" altLang="en-US" dirty="0"/>
              <a:t>내림차순 정렬</a:t>
            </a:r>
            <a:endParaRPr lang="en-US" altLang="ko-KR" dirty="0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48778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589</Words>
  <Application>Microsoft Office PowerPoint</Application>
  <PresentationFormat>와이드스크린</PresentationFormat>
  <Paragraphs>103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Arial</vt:lpstr>
      <vt:lpstr>Courier New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여기부터 반복문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현우 김</dc:creator>
  <cp:lastModifiedBy>현우 김</cp:lastModifiedBy>
  <cp:revision>8</cp:revision>
  <dcterms:created xsi:type="dcterms:W3CDTF">2026-01-26T15:55:08Z</dcterms:created>
  <dcterms:modified xsi:type="dcterms:W3CDTF">2026-01-28T16:56:19Z</dcterms:modified>
</cp:coreProperties>
</file>